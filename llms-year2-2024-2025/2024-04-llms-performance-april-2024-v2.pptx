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B93"/>
    <a:srgbClr val="156082"/>
    <a:srgbClr val="028006"/>
    <a:srgbClr val="06E612"/>
    <a:srgbClr val="B44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BA70FC-B38B-4B2B-8A6E-A127A06CA272}" v="25" dt="2024-04-23T05:18:06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t Prud'hon" userId="196f0b5afced95ca" providerId="LiveId" clId="{B3BA70FC-B38B-4B2B-8A6E-A127A06CA272}"/>
    <pc:docChg chg="undo redo custSel addSld delSld modSld">
      <pc:chgData name="Laurent Prud'hon" userId="196f0b5afced95ca" providerId="LiveId" clId="{B3BA70FC-B38B-4B2B-8A6E-A127A06CA272}" dt="2024-04-23T05:19:32.899" v="360" actId="20577"/>
      <pc:docMkLst>
        <pc:docMk/>
      </pc:docMkLst>
      <pc:sldChg chg="addSp delSp mod">
        <pc:chgData name="Laurent Prud'hon" userId="196f0b5afced95ca" providerId="LiveId" clId="{B3BA70FC-B38B-4B2B-8A6E-A127A06CA272}" dt="2024-04-22T19:59:57.515" v="238" actId="22"/>
        <pc:sldMkLst>
          <pc:docMk/>
          <pc:sldMk cId="2889385488" sldId="256"/>
        </pc:sldMkLst>
        <pc:picChg chg="add del">
          <ac:chgData name="Laurent Prud'hon" userId="196f0b5afced95ca" providerId="LiveId" clId="{B3BA70FC-B38B-4B2B-8A6E-A127A06CA272}" dt="2024-04-22T19:59:57.515" v="238" actId="22"/>
          <ac:picMkLst>
            <pc:docMk/>
            <pc:sldMk cId="2889385488" sldId="256"/>
            <ac:picMk id="5" creationId="{21BF4F75-3DF4-E10A-616F-47C655FF32CF}"/>
          </ac:picMkLst>
        </pc:picChg>
        <pc:picChg chg="add del">
          <ac:chgData name="Laurent Prud'hon" userId="196f0b5afced95ca" providerId="LiveId" clId="{B3BA70FC-B38B-4B2B-8A6E-A127A06CA272}" dt="2024-04-22T19:59:57.511" v="237" actId="478"/>
          <ac:picMkLst>
            <pc:docMk/>
            <pc:sldMk cId="2889385488" sldId="256"/>
            <ac:picMk id="7" creationId="{F89DAEA9-35F8-836E-0E97-0A429B973895}"/>
          </ac:picMkLst>
        </pc:picChg>
        <pc:picChg chg="add del">
          <ac:chgData name="Laurent Prud'hon" userId="196f0b5afced95ca" providerId="LiveId" clId="{B3BA70FC-B38B-4B2B-8A6E-A127A06CA272}" dt="2024-04-22T19:59:57.507" v="236" actId="478"/>
          <ac:picMkLst>
            <pc:docMk/>
            <pc:sldMk cId="2889385488" sldId="256"/>
            <ac:picMk id="9" creationId="{99E2B791-B509-2338-E475-60C2CC513E5D}"/>
          </ac:picMkLst>
        </pc:picChg>
      </pc:sldChg>
      <pc:sldChg chg="addSp delSp modSp mod">
        <pc:chgData name="Laurent Prud'hon" userId="196f0b5afced95ca" providerId="LiveId" clId="{B3BA70FC-B38B-4B2B-8A6E-A127A06CA272}" dt="2024-04-22T20:01:49.791" v="250" actId="14100"/>
        <pc:sldMkLst>
          <pc:docMk/>
          <pc:sldMk cId="537924400" sldId="257"/>
        </pc:sldMkLst>
        <pc:spChg chg="del">
          <ac:chgData name="Laurent Prud'hon" userId="196f0b5afced95ca" providerId="LiveId" clId="{B3BA70FC-B38B-4B2B-8A6E-A127A06CA272}" dt="2024-04-22T20:00:11.613" v="244" actId="478"/>
          <ac:spMkLst>
            <pc:docMk/>
            <pc:sldMk cId="537924400" sldId="257"/>
            <ac:spMk id="2" creationId="{3E3CC5B6-C44F-AEDE-895C-E37E0BC2A271}"/>
          </ac:spMkLst>
        </pc:spChg>
        <pc:spChg chg="del">
          <ac:chgData name="Laurent Prud'hon" userId="196f0b5afced95ca" providerId="LiveId" clId="{B3BA70FC-B38B-4B2B-8A6E-A127A06CA272}" dt="2024-04-22T20:00:15.267" v="245" actId="478"/>
          <ac:spMkLst>
            <pc:docMk/>
            <pc:sldMk cId="537924400" sldId="257"/>
            <ac:spMk id="3" creationId="{E5610B5B-B821-1F4E-CA16-6CE7A4DA7823}"/>
          </ac:spMkLst>
        </pc:spChg>
        <pc:spChg chg="mod">
          <ac:chgData name="Laurent Prud'hon" userId="196f0b5afced95ca" providerId="LiveId" clId="{B3BA70FC-B38B-4B2B-8A6E-A127A06CA272}" dt="2024-04-22T20:01:49.791" v="250" actId="14100"/>
          <ac:spMkLst>
            <pc:docMk/>
            <pc:sldMk cId="537924400" sldId="257"/>
            <ac:spMk id="5" creationId="{B485F25D-3533-719D-1B13-8764BBA98856}"/>
          </ac:spMkLst>
        </pc:spChg>
        <pc:spChg chg="add del">
          <ac:chgData name="Laurent Prud'hon" userId="196f0b5afced95ca" providerId="LiveId" clId="{B3BA70FC-B38B-4B2B-8A6E-A127A06CA272}" dt="2024-04-22T19:59:50.017" v="225" actId="478"/>
          <ac:spMkLst>
            <pc:docMk/>
            <pc:sldMk cId="537924400" sldId="257"/>
            <ac:spMk id="6" creationId="{C7AD5B59-1548-D397-FA90-0D0507C9E84F}"/>
          </ac:spMkLst>
        </pc:spChg>
        <pc:picChg chg="add del">
          <ac:chgData name="Laurent Prud'hon" userId="196f0b5afced95ca" providerId="LiveId" clId="{B3BA70FC-B38B-4B2B-8A6E-A127A06CA272}" dt="2024-04-22T20:00:06.721" v="243" actId="478"/>
          <ac:picMkLst>
            <pc:docMk/>
            <pc:sldMk cId="537924400" sldId="257"/>
            <ac:picMk id="7" creationId="{F89DAEA9-35F8-836E-0E97-0A429B973895}"/>
          </ac:picMkLst>
        </pc:picChg>
        <pc:picChg chg="add del mod">
          <ac:chgData name="Laurent Prud'hon" userId="196f0b5afced95ca" providerId="LiveId" clId="{B3BA70FC-B38B-4B2B-8A6E-A127A06CA272}" dt="2024-04-22T19:59:58.778" v="242" actId="478"/>
          <ac:picMkLst>
            <pc:docMk/>
            <pc:sldMk cId="537924400" sldId="257"/>
            <ac:picMk id="9" creationId="{99E2B791-B509-2338-E475-60C2CC513E5D}"/>
          </ac:picMkLst>
        </pc:picChg>
        <pc:picChg chg="add del">
          <ac:chgData name="Laurent Prud'hon" userId="196f0b5afced95ca" providerId="LiveId" clId="{B3BA70FC-B38B-4B2B-8A6E-A127A06CA272}" dt="2024-04-22T19:58:53.403" v="4" actId="22"/>
          <ac:picMkLst>
            <pc:docMk/>
            <pc:sldMk cId="537924400" sldId="257"/>
            <ac:picMk id="11" creationId="{7E11E1F9-3534-51C6-44EC-DC9FF93F6E90}"/>
          </ac:picMkLst>
        </pc:picChg>
        <pc:picChg chg="add del ord">
          <ac:chgData name="Laurent Prud'hon" userId="196f0b5afced95ca" providerId="LiveId" clId="{B3BA70FC-B38B-4B2B-8A6E-A127A06CA272}" dt="2024-04-22T19:59:50.510" v="227" actId="22"/>
          <ac:picMkLst>
            <pc:docMk/>
            <pc:sldMk cId="537924400" sldId="257"/>
            <ac:picMk id="13" creationId="{B08B9F88-B448-206C-FBF6-FCBD5106AAC2}"/>
          </ac:picMkLst>
        </pc:picChg>
        <pc:picChg chg="add ord">
          <ac:chgData name="Laurent Prud'hon" userId="196f0b5afced95ca" providerId="LiveId" clId="{B3BA70FC-B38B-4B2B-8A6E-A127A06CA272}" dt="2024-04-22T20:00:19.412" v="247" actId="167"/>
          <ac:picMkLst>
            <pc:docMk/>
            <pc:sldMk cId="537924400" sldId="257"/>
            <ac:picMk id="15" creationId="{7DE8A3AE-90BE-D9A1-44B5-73AC5F843F51}"/>
          </ac:picMkLst>
        </pc:picChg>
      </pc:sldChg>
      <pc:sldChg chg="del">
        <pc:chgData name="Laurent Prud'hon" userId="196f0b5afced95ca" providerId="LiveId" clId="{B3BA70FC-B38B-4B2B-8A6E-A127A06CA272}" dt="2024-04-22T20:17:33.744" v="285" actId="47"/>
        <pc:sldMkLst>
          <pc:docMk/>
          <pc:sldMk cId="3838419628" sldId="258"/>
        </pc:sldMkLst>
      </pc:sldChg>
      <pc:sldChg chg="modSp mod">
        <pc:chgData name="Laurent Prud'hon" userId="196f0b5afced95ca" providerId="LiveId" clId="{B3BA70FC-B38B-4B2B-8A6E-A127A06CA272}" dt="2024-04-23T05:19:32.899" v="360" actId="20577"/>
        <pc:sldMkLst>
          <pc:docMk/>
          <pc:sldMk cId="989035817" sldId="259"/>
        </pc:sldMkLst>
        <pc:spChg chg="mod">
          <ac:chgData name="Laurent Prud'hon" userId="196f0b5afced95ca" providerId="LiveId" clId="{B3BA70FC-B38B-4B2B-8A6E-A127A06CA272}" dt="2024-04-23T05:16:04.634" v="309" actId="1035"/>
          <ac:spMkLst>
            <pc:docMk/>
            <pc:sldMk cId="989035817" sldId="259"/>
            <ac:spMk id="5" creationId="{75D83FC5-CA01-DB67-057A-ACE2A83B90F8}"/>
          </ac:spMkLst>
        </pc:spChg>
        <pc:graphicFrameChg chg="mod modGraphic">
          <ac:chgData name="Laurent Prud'hon" userId="196f0b5afced95ca" providerId="LiveId" clId="{B3BA70FC-B38B-4B2B-8A6E-A127A06CA272}" dt="2024-04-23T05:19:32.899" v="360" actId="20577"/>
          <ac:graphicFrameMkLst>
            <pc:docMk/>
            <pc:sldMk cId="989035817" sldId="259"/>
            <ac:graphicFrameMk id="4" creationId="{36920E7D-964A-244E-7121-14BB8E710DA8}"/>
          </ac:graphicFrameMkLst>
        </pc:graphicFrameChg>
        <pc:graphicFrameChg chg="mod modGraphic">
          <ac:chgData name="Laurent Prud'hon" userId="196f0b5afced95ca" providerId="LiveId" clId="{B3BA70FC-B38B-4B2B-8A6E-A127A06CA272}" dt="2024-04-23T05:17:46.982" v="354" actId="20577"/>
          <ac:graphicFrameMkLst>
            <pc:docMk/>
            <pc:sldMk cId="989035817" sldId="259"/>
            <ac:graphicFrameMk id="12" creationId="{9C8483A2-186D-A299-0AF2-4D1B860B467D}"/>
          </ac:graphicFrameMkLst>
        </pc:graphicFrameChg>
      </pc:sldChg>
      <pc:sldChg chg="addSp delSp modSp add mod">
        <pc:chgData name="Laurent Prud'hon" userId="196f0b5afced95ca" providerId="LiveId" clId="{B3BA70FC-B38B-4B2B-8A6E-A127A06CA272}" dt="2024-04-22T20:03:43.176" v="284" actId="20577"/>
        <pc:sldMkLst>
          <pc:docMk/>
          <pc:sldMk cId="689452385" sldId="260"/>
        </pc:sldMkLst>
        <pc:spChg chg="add del mod">
          <ac:chgData name="Laurent Prud'hon" userId="196f0b5afced95ca" providerId="LiveId" clId="{B3BA70FC-B38B-4B2B-8A6E-A127A06CA272}" dt="2024-04-22T20:03:07.420" v="253" actId="478"/>
          <ac:spMkLst>
            <pc:docMk/>
            <pc:sldMk cId="689452385" sldId="260"/>
            <ac:spMk id="2" creationId="{B5F346A3-8EFF-1F45-1DD8-5AAA08BA2C05}"/>
          </ac:spMkLst>
        </pc:spChg>
        <pc:spChg chg="add del mod">
          <ac:chgData name="Laurent Prud'hon" userId="196f0b5afced95ca" providerId="LiveId" clId="{B3BA70FC-B38B-4B2B-8A6E-A127A06CA272}" dt="2024-04-22T20:03:31.165" v="282" actId="478"/>
          <ac:spMkLst>
            <pc:docMk/>
            <pc:sldMk cId="689452385" sldId="260"/>
            <ac:spMk id="3" creationId="{C29BDE1E-0F86-69F3-FB4D-1C850C2E3667}"/>
          </ac:spMkLst>
        </pc:spChg>
        <pc:spChg chg="add mod">
          <ac:chgData name="Laurent Prud'hon" userId="196f0b5afced95ca" providerId="LiveId" clId="{B3BA70FC-B38B-4B2B-8A6E-A127A06CA272}" dt="2024-04-22T20:02:43.343" v="252"/>
          <ac:spMkLst>
            <pc:docMk/>
            <pc:sldMk cId="689452385" sldId="260"/>
            <ac:spMk id="9" creationId="{3BD8CAF4-0C31-B963-A5A8-FA6E332EADEA}"/>
          </ac:spMkLst>
        </pc:spChg>
        <pc:spChg chg="add mod">
          <ac:chgData name="Laurent Prud'hon" userId="196f0b5afced95ca" providerId="LiveId" clId="{B3BA70FC-B38B-4B2B-8A6E-A127A06CA272}" dt="2024-04-22T20:02:43.343" v="252"/>
          <ac:spMkLst>
            <pc:docMk/>
            <pc:sldMk cId="689452385" sldId="260"/>
            <ac:spMk id="11" creationId="{CF6CA800-F266-1A40-FB07-CA16209ACFF0}"/>
          </ac:spMkLst>
        </pc:spChg>
        <pc:spChg chg="add mod">
          <ac:chgData name="Laurent Prud'hon" userId="196f0b5afced95ca" providerId="LiveId" clId="{B3BA70FC-B38B-4B2B-8A6E-A127A06CA272}" dt="2024-04-22T20:02:43.343" v="252"/>
          <ac:spMkLst>
            <pc:docMk/>
            <pc:sldMk cId="689452385" sldId="260"/>
            <ac:spMk id="16" creationId="{87E7479F-CFE1-6074-2BBC-7C268045F87E}"/>
          </ac:spMkLst>
        </pc:spChg>
        <pc:spChg chg="add mod">
          <ac:chgData name="Laurent Prud'hon" userId="196f0b5afced95ca" providerId="LiveId" clId="{B3BA70FC-B38B-4B2B-8A6E-A127A06CA272}" dt="2024-04-22T20:03:43.176" v="284" actId="20577"/>
          <ac:spMkLst>
            <pc:docMk/>
            <pc:sldMk cId="689452385" sldId="260"/>
            <ac:spMk id="17" creationId="{AC785389-BE6D-5CFF-4F8E-F4568D6DF8D7}"/>
          </ac:spMkLst>
        </pc:spChg>
        <pc:spChg chg="add mod">
          <ac:chgData name="Laurent Prud'hon" userId="196f0b5afced95ca" providerId="LiveId" clId="{B3BA70FC-B38B-4B2B-8A6E-A127A06CA272}" dt="2024-04-22T20:03:18.056" v="280" actId="1035"/>
          <ac:spMkLst>
            <pc:docMk/>
            <pc:sldMk cId="689452385" sldId="260"/>
            <ac:spMk id="18" creationId="{4A3E4D2E-DF49-0FDF-A7CE-F4485485E0A7}"/>
          </ac:spMkLst>
        </pc:spChg>
        <pc:cxnChg chg="add mod">
          <ac:chgData name="Laurent Prud'hon" userId="196f0b5afced95ca" providerId="LiveId" clId="{B3BA70FC-B38B-4B2B-8A6E-A127A06CA272}" dt="2024-04-22T20:02:43.343" v="252"/>
          <ac:cxnSpMkLst>
            <pc:docMk/>
            <pc:sldMk cId="689452385" sldId="260"/>
            <ac:cxnSpMk id="4" creationId="{E44F1BB8-EB59-54B0-4EF5-7A35863E4EE9}"/>
          </ac:cxnSpMkLst>
        </pc:cxnChg>
        <pc:cxnChg chg="add mod">
          <ac:chgData name="Laurent Prud'hon" userId="196f0b5afced95ca" providerId="LiveId" clId="{B3BA70FC-B38B-4B2B-8A6E-A127A06CA272}" dt="2024-04-22T20:02:43.343" v="252"/>
          <ac:cxnSpMkLst>
            <pc:docMk/>
            <pc:sldMk cId="689452385" sldId="260"/>
            <ac:cxnSpMk id="7" creationId="{6296B9F7-2C9D-5053-A079-5E6EE4610C8B}"/>
          </ac:cxnSpMkLst>
        </pc:cxnChg>
        <pc:cxnChg chg="add mod">
          <ac:chgData name="Laurent Prud'hon" userId="196f0b5afced95ca" providerId="LiveId" clId="{B3BA70FC-B38B-4B2B-8A6E-A127A06CA272}" dt="2024-04-22T20:02:43.343" v="252"/>
          <ac:cxnSpMkLst>
            <pc:docMk/>
            <pc:sldMk cId="689452385" sldId="260"/>
            <ac:cxnSpMk id="12" creationId="{1DA9E97C-69F1-EEB5-0077-C7C225F7028E}"/>
          </ac:cxnSpMkLst>
        </pc:cxnChg>
        <pc:cxnChg chg="add mod">
          <ac:chgData name="Laurent Prud'hon" userId="196f0b5afced95ca" providerId="LiveId" clId="{B3BA70FC-B38B-4B2B-8A6E-A127A06CA272}" dt="2024-04-22T20:02:43.343" v="252"/>
          <ac:cxnSpMkLst>
            <pc:docMk/>
            <pc:sldMk cId="689452385" sldId="260"/>
            <ac:cxnSpMk id="13" creationId="{49DA378F-CB8A-4B2C-4442-C57E13436168}"/>
          </ac:cxnSpMkLst>
        </pc:cxnChg>
        <pc:cxnChg chg="add mod">
          <ac:chgData name="Laurent Prud'hon" userId="196f0b5afced95ca" providerId="LiveId" clId="{B3BA70FC-B38B-4B2B-8A6E-A127A06CA272}" dt="2024-04-22T20:03:22.563" v="281" actId="14100"/>
          <ac:cxnSpMkLst>
            <pc:docMk/>
            <pc:sldMk cId="689452385" sldId="260"/>
            <ac:cxnSpMk id="14" creationId="{7A8C66B9-D923-8101-B79C-00CEC0E47D4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AE823-9B55-84E2-5BB1-C9C125479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0F29DDE-E388-2394-1534-22EBB113E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89E97E-7B92-B996-D932-486D1C7F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A1F56-2E33-FBBE-312B-A198E59EB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920D29-1D54-4939-3D8C-FA2F3FF1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52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B3DBA3-69DB-0B3D-0B74-6ADE14C0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CD63CF-149E-D2A3-405E-DDCC77BE1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074ACD-5F1E-5486-489A-7AE1F1BC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A69A20-A9E2-491D-F7DD-D51AFD8E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65100A-DCB0-A568-6A32-4F1F2271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07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49C92F-A1C9-8AAB-2834-7ACD3DEBA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B83D5A-4A98-C4C0-D0FB-5F74628B6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B2EC89-0A25-D859-3B93-FD6EB4EE4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679300-D0BF-7ACF-DA4F-6B64F5EC8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FE482F-FFD9-9C3B-F249-0F7F48CD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61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486EC4-AB39-4F42-E3F0-2277448F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8D8D58-9B6D-9D56-6E6B-ED368FB9C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B5C7D0-82A6-7A44-0197-6B5AB968B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72377D-8365-E405-D468-22443378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F4EA6A-B99E-A37C-628D-F74ADC4E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EE34C6-292A-DC90-7079-FB83AC3A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592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C3B34-5F94-BEC4-A50F-2CC85914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18F7EB-7411-FC4A-C165-3614685B4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A032EF-B90D-EB7B-976A-1F7F5C63E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A7CB990-D985-91D7-B2BC-F6399B318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2CCE6BF-CD24-28DF-C53A-B93E993D1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2D8C217-FE09-E384-E8C9-86784901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4F9DDA-4250-673B-F180-26739FF9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88E9341-B812-6E2C-0C23-0A98A019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374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3F6667-FFC2-69F9-8074-AE7D057E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26EE93-6158-5A91-A3EE-86B67FC5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CFE7FBD-8E96-0950-698A-F8BF80ECC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9CE043-7A5E-D2FE-0804-2078024B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5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328F45D-AEB0-4EA8-9E91-F1090377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504886A-1924-40F3-1542-7F75F977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1AB200-EC50-F22D-5C12-092768EA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153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63C37-7C02-9DC8-1473-C5FEB748E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F1BAD5-7AB4-2D08-5647-9F37C8BF6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FBCA43-211B-A4A8-5209-866CAAB0C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8C597B-D69E-A30F-A256-712BE64FB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E8A031-6F92-3A83-B5E8-5B09C5CC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B00DDB-9145-277C-7659-EE43D345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82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8432B3-C04A-AB98-1133-F4C229C15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AECCA70-84EC-F8F7-B07B-7301952D94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CE4BE58-1BA8-9367-BF0D-99041D006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210917-F906-7119-5DCC-D418F62E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A51710-F57D-EDBE-AC3C-FC87A8F5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14C5E0-4718-F069-3674-40C09228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52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6017E3-9A5E-89A0-946F-86018F007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6D9412-6CE7-6FA3-43E1-8D60A77CE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F61DCC-0472-4E07-45F2-7EBAA06A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A7FE82-48ED-E6F5-52D7-BA7192ADD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64C461-A51A-66A1-5C35-2AFF8176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873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E042C7B-FD11-1F4A-4009-CD7447072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7836EE-32B7-F924-3550-B652F0DB3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B2B00F-9FCE-D256-4AB3-495DC9A2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A84C63-EC43-A704-B280-786355CD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F64DA2-6044-6AF8-7C94-97B7D771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469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A4A2644-F8F8-E9B1-82DC-B3BE1B27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CBDABD-3C80-6AB7-A276-B76AD03C2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27BE8A-3B1C-3EE2-1195-31DF2F144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C5A40-7F2B-4405-A00F-3CA6C53068D6}" type="datetimeFigureOut">
              <a:rPr lang="fr-FR" smtClean="0"/>
              <a:t>22/04/2024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B41AE7-079C-2EFA-1142-50248C4BD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480ACC-F468-5CB1-28DC-236887ECD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FAADA-C126-42D8-934E-B030E4263F1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284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3CC5B6-C44F-AEDE-895C-E37E0BC2A2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10B5B-B821-1F4E-CA16-6CE7A4DA78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BF4F75-3DF4-E10A-616F-47C655FF3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96" y="0"/>
            <a:ext cx="11642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38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7DE8A3AE-90BE-D9A1-44B5-73AC5F843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96" y="0"/>
            <a:ext cx="11642008" cy="6858000"/>
          </a:xfrm>
          <a:prstGeom prst="rect">
            <a:avLst/>
          </a:prstGeom>
        </p:spPr>
      </p:pic>
      <p:sp>
        <p:nvSpPr>
          <p:cNvPr id="5" name="Triangle isocèle 4">
            <a:extLst>
              <a:ext uri="{FF2B5EF4-FFF2-40B4-BE49-F238E27FC236}">
                <a16:creationId xmlns:a16="http://schemas.microsoft.com/office/drawing/2014/main" id="{B485F25D-3533-719D-1B13-8764BBA98856}"/>
              </a:ext>
            </a:extLst>
          </p:cNvPr>
          <p:cNvSpPr/>
          <p:nvPr/>
        </p:nvSpPr>
        <p:spPr>
          <a:xfrm>
            <a:off x="2356337" y="1505243"/>
            <a:ext cx="9274109" cy="5084243"/>
          </a:xfrm>
          <a:prstGeom prst="triangle">
            <a:avLst>
              <a:gd name="adj" fmla="val 100000"/>
            </a:avLst>
          </a:prstGeom>
          <a:solidFill>
            <a:srgbClr val="02800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riangle isocèle 5">
            <a:extLst>
              <a:ext uri="{FF2B5EF4-FFF2-40B4-BE49-F238E27FC236}">
                <a16:creationId xmlns:a16="http://schemas.microsoft.com/office/drawing/2014/main" id="{C7AD5B59-1548-D397-FA90-0D0507C9E84F}"/>
              </a:ext>
            </a:extLst>
          </p:cNvPr>
          <p:cNvSpPr/>
          <p:nvPr/>
        </p:nvSpPr>
        <p:spPr>
          <a:xfrm rot="10800000">
            <a:off x="696686" y="232224"/>
            <a:ext cx="10926504" cy="3628575"/>
          </a:xfrm>
          <a:prstGeom prst="triangle">
            <a:avLst>
              <a:gd name="adj" fmla="val 99668"/>
            </a:avLst>
          </a:prstGeom>
          <a:solidFill>
            <a:srgbClr val="B4482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0E9BB9B-218E-26DF-91FD-4BFBEF5F4D16}"/>
              </a:ext>
            </a:extLst>
          </p:cNvPr>
          <p:cNvSpPr txBox="1"/>
          <p:nvPr/>
        </p:nvSpPr>
        <p:spPr>
          <a:xfrm>
            <a:off x="1843314" y="821585"/>
            <a:ext cx="2037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Best cloud </a:t>
            </a:r>
            <a:r>
              <a:rPr lang="fr-FR" dirty="0" err="1">
                <a:solidFill>
                  <a:srgbClr val="FF0000"/>
                </a:solidFill>
              </a:rPr>
              <a:t>models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4C178BB-C5F3-2546-AB95-5321F81BC41C}"/>
              </a:ext>
            </a:extLst>
          </p:cNvPr>
          <p:cNvSpPr txBox="1"/>
          <p:nvPr/>
        </p:nvSpPr>
        <p:spPr>
          <a:xfrm>
            <a:off x="9138006" y="5808600"/>
            <a:ext cx="196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Best local </a:t>
            </a:r>
            <a:r>
              <a:rPr lang="fr-FR" dirty="0" err="1">
                <a:solidFill>
                  <a:srgbClr val="00B050"/>
                </a:solidFill>
              </a:rPr>
              <a:t>models</a:t>
            </a:r>
            <a:endParaRPr lang="fr-FR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92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7DE8A3AE-90BE-D9A1-44B5-73AC5F843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96" y="0"/>
            <a:ext cx="11642008" cy="6858000"/>
          </a:xfrm>
          <a:prstGeom prst="rect">
            <a:avLst/>
          </a:prstGeom>
        </p:spPr>
      </p:pic>
      <p:sp>
        <p:nvSpPr>
          <p:cNvPr id="5" name="Triangle isocèle 4">
            <a:extLst>
              <a:ext uri="{FF2B5EF4-FFF2-40B4-BE49-F238E27FC236}">
                <a16:creationId xmlns:a16="http://schemas.microsoft.com/office/drawing/2014/main" id="{B485F25D-3533-719D-1B13-8764BBA98856}"/>
              </a:ext>
            </a:extLst>
          </p:cNvPr>
          <p:cNvSpPr/>
          <p:nvPr/>
        </p:nvSpPr>
        <p:spPr>
          <a:xfrm>
            <a:off x="2356337" y="1505243"/>
            <a:ext cx="9274109" cy="5084243"/>
          </a:xfrm>
          <a:prstGeom prst="triangle">
            <a:avLst>
              <a:gd name="adj" fmla="val 100000"/>
            </a:avLst>
          </a:prstGeom>
          <a:solidFill>
            <a:srgbClr val="02800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riangle isocèle 5">
            <a:extLst>
              <a:ext uri="{FF2B5EF4-FFF2-40B4-BE49-F238E27FC236}">
                <a16:creationId xmlns:a16="http://schemas.microsoft.com/office/drawing/2014/main" id="{C7AD5B59-1548-D397-FA90-0D0507C9E84F}"/>
              </a:ext>
            </a:extLst>
          </p:cNvPr>
          <p:cNvSpPr/>
          <p:nvPr/>
        </p:nvSpPr>
        <p:spPr>
          <a:xfrm rot="10800000">
            <a:off x="696686" y="232224"/>
            <a:ext cx="10926504" cy="3628575"/>
          </a:xfrm>
          <a:prstGeom prst="triangle">
            <a:avLst>
              <a:gd name="adj" fmla="val 99668"/>
            </a:avLst>
          </a:prstGeom>
          <a:solidFill>
            <a:srgbClr val="B4482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0E9BB9B-218E-26DF-91FD-4BFBEF5F4D16}"/>
              </a:ext>
            </a:extLst>
          </p:cNvPr>
          <p:cNvSpPr txBox="1"/>
          <p:nvPr/>
        </p:nvSpPr>
        <p:spPr>
          <a:xfrm>
            <a:off x="1843314" y="821585"/>
            <a:ext cx="2037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Best cloud </a:t>
            </a:r>
            <a:r>
              <a:rPr lang="fr-FR" dirty="0" err="1">
                <a:solidFill>
                  <a:srgbClr val="FF0000"/>
                </a:solidFill>
              </a:rPr>
              <a:t>models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4C178BB-C5F3-2546-AB95-5321F81BC41C}"/>
              </a:ext>
            </a:extLst>
          </p:cNvPr>
          <p:cNvSpPr txBox="1"/>
          <p:nvPr/>
        </p:nvSpPr>
        <p:spPr>
          <a:xfrm>
            <a:off x="9138006" y="5808600"/>
            <a:ext cx="196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Best local </a:t>
            </a:r>
            <a:r>
              <a:rPr lang="fr-FR" dirty="0" err="1">
                <a:solidFill>
                  <a:srgbClr val="00B050"/>
                </a:solidFill>
              </a:rPr>
              <a:t>models</a:t>
            </a:r>
            <a:endParaRPr lang="fr-FR" dirty="0">
              <a:solidFill>
                <a:srgbClr val="00B05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44F1BB8-EB59-54B0-4EF5-7A35863E4EE9}"/>
              </a:ext>
            </a:extLst>
          </p:cNvPr>
          <p:cNvCxnSpPr>
            <a:cxnSpLocks/>
          </p:cNvCxnSpPr>
          <p:nvPr/>
        </p:nvCxnSpPr>
        <p:spPr>
          <a:xfrm>
            <a:off x="696686" y="4477657"/>
            <a:ext cx="10933761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296B9F7-2C9D-5053-A079-5E6EE4610C8B}"/>
              </a:ext>
            </a:extLst>
          </p:cNvPr>
          <p:cNvCxnSpPr>
            <a:cxnSpLocks/>
          </p:cNvCxnSpPr>
          <p:nvPr/>
        </p:nvCxnSpPr>
        <p:spPr>
          <a:xfrm>
            <a:off x="696686" y="2329542"/>
            <a:ext cx="10933761" cy="0"/>
          </a:xfrm>
          <a:prstGeom prst="line">
            <a:avLst/>
          </a:prstGeom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3BD8CAF4-0C31-B963-A5A8-FA6E332EADEA}"/>
              </a:ext>
            </a:extLst>
          </p:cNvPr>
          <p:cNvSpPr txBox="1"/>
          <p:nvPr/>
        </p:nvSpPr>
        <p:spPr>
          <a:xfrm>
            <a:off x="2685143" y="4496973"/>
            <a:ext cx="2181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156082"/>
                </a:solidFill>
              </a:rPr>
              <a:t>Initial </a:t>
            </a:r>
            <a:r>
              <a:rPr lang="fr-FR" dirty="0" err="1">
                <a:solidFill>
                  <a:srgbClr val="156082"/>
                </a:solidFill>
              </a:rPr>
              <a:t>ChatGPT</a:t>
            </a:r>
            <a:r>
              <a:rPr lang="fr-FR" dirty="0">
                <a:solidFill>
                  <a:srgbClr val="156082"/>
                </a:solidFill>
              </a:rPr>
              <a:t> </a:t>
            </a:r>
            <a:r>
              <a:rPr lang="fr-FR" dirty="0" err="1">
                <a:solidFill>
                  <a:srgbClr val="156082"/>
                </a:solidFill>
              </a:rPr>
              <a:t>level</a:t>
            </a:r>
            <a:endParaRPr lang="fr-FR" dirty="0">
              <a:solidFill>
                <a:srgbClr val="156082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F6CA800-F266-1A40-FB07-CA16209ACFF0}"/>
              </a:ext>
            </a:extLst>
          </p:cNvPr>
          <p:cNvSpPr txBox="1"/>
          <p:nvPr/>
        </p:nvSpPr>
        <p:spPr>
          <a:xfrm>
            <a:off x="2685142" y="1996497"/>
            <a:ext cx="1887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A02B93"/>
                </a:solidFill>
              </a:rPr>
              <a:t>Initial GPT-4 </a:t>
            </a:r>
            <a:r>
              <a:rPr lang="fr-FR" dirty="0" err="1">
                <a:solidFill>
                  <a:srgbClr val="A02B93"/>
                </a:solidFill>
              </a:rPr>
              <a:t>level</a:t>
            </a:r>
            <a:endParaRPr lang="fr-FR" dirty="0">
              <a:solidFill>
                <a:srgbClr val="A02B93"/>
              </a:solidFill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DA9E97C-69F1-EEB5-0077-C7C225F7028E}"/>
              </a:ext>
            </a:extLst>
          </p:cNvPr>
          <p:cNvCxnSpPr>
            <a:cxnSpLocks/>
          </p:cNvCxnSpPr>
          <p:nvPr/>
        </p:nvCxnSpPr>
        <p:spPr>
          <a:xfrm>
            <a:off x="7968343" y="4296229"/>
            <a:ext cx="0" cy="2293257"/>
          </a:xfrm>
          <a:prstGeom prst="line">
            <a:avLst/>
          </a:prstGeom>
          <a:ln w="19050">
            <a:solidFill>
              <a:srgbClr val="06E61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9DA378F-CB8A-4B2C-4442-C57E13436168}"/>
              </a:ext>
            </a:extLst>
          </p:cNvPr>
          <p:cNvCxnSpPr>
            <a:cxnSpLocks/>
          </p:cNvCxnSpPr>
          <p:nvPr/>
        </p:nvCxnSpPr>
        <p:spPr>
          <a:xfrm>
            <a:off x="11001829" y="3429000"/>
            <a:ext cx="0" cy="3160486"/>
          </a:xfrm>
          <a:prstGeom prst="line">
            <a:avLst/>
          </a:prstGeom>
          <a:ln w="19050">
            <a:solidFill>
              <a:srgbClr val="06E61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A8C66B9-D923-8101-B79C-00CEC0E47D41}"/>
              </a:ext>
            </a:extLst>
          </p:cNvPr>
          <p:cNvCxnSpPr>
            <a:cxnSpLocks/>
          </p:cNvCxnSpPr>
          <p:nvPr/>
        </p:nvCxnSpPr>
        <p:spPr>
          <a:xfrm>
            <a:off x="11139715" y="1857829"/>
            <a:ext cx="0" cy="4731657"/>
          </a:xfrm>
          <a:prstGeom prst="line">
            <a:avLst/>
          </a:prstGeom>
          <a:ln w="19050">
            <a:solidFill>
              <a:srgbClr val="02800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7E7479F-CFE1-6074-2BBC-7C268045F87E}"/>
              </a:ext>
            </a:extLst>
          </p:cNvPr>
          <p:cNvSpPr/>
          <p:nvPr/>
        </p:nvSpPr>
        <p:spPr>
          <a:xfrm>
            <a:off x="7126516" y="3602038"/>
            <a:ext cx="1683653" cy="585330"/>
          </a:xfrm>
          <a:prstGeom prst="rect">
            <a:avLst/>
          </a:prstGeom>
          <a:solidFill>
            <a:schemeClr val="bg1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rgbClr val="156082"/>
                </a:solidFill>
              </a:rPr>
              <a:t>Dec</a:t>
            </a:r>
            <a:r>
              <a:rPr lang="fr-FR" dirty="0">
                <a:solidFill>
                  <a:srgbClr val="156082"/>
                </a:solidFill>
              </a:rPr>
              <a:t> 11 2023</a:t>
            </a:r>
          </a:p>
          <a:p>
            <a:pPr algn="ctr"/>
            <a:r>
              <a:rPr lang="fr-FR" sz="1400" dirty="0" err="1">
                <a:solidFill>
                  <a:srgbClr val="156082"/>
                </a:solidFill>
              </a:rPr>
              <a:t>Mixtral</a:t>
            </a:r>
            <a:r>
              <a:rPr lang="fr-FR" sz="1400" dirty="0">
                <a:solidFill>
                  <a:srgbClr val="156082"/>
                </a:solidFill>
              </a:rPr>
              <a:t> 8x7b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785389-BE6D-5CFF-4F8E-F4568D6DF8D7}"/>
              </a:ext>
            </a:extLst>
          </p:cNvPr>
          <p:cNvSpPr/>
          <p:nvPr/>
        </p:nvSpPr>
        <p:spPr>
          <a:xfrm>
            <a:off x="9318176" y="2708280"/>
            <a:ext cx="1683653" cy="58533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Apr</a:t>
            </a:r>
            <a:r>
              <a:rPr lang="fr-F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17 2024</a:t>
            </a:r>
          </a:p>
          <a:p>
            <a:pPr algn="ctr"/>
            <a:r>
              <a:rPr lang="fr-FR" sz="1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Mixtral</a:t>
            </a:r>
            <a:r>
              <a:rPr lang="fr-FR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8x22b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3E4D2E-DF49-0FDF-A7CE-F4485485E0A7}"/>
              </a:ext>
            </a:extLst>
          </p:cNvPr>
          <p:cNvSpPr/>
          <p:nvPr/>
        </p:nvSpPr>
        <p:spPr>
          <a:xfrm>
            <a:off x="9855204" y="1046672"/>
            <a:ext cx="1683653" cy="585330"/>
          </a:xfrm>
          <a:prstGeom prst="rect">
            <a:avLst/>
          </a:prstGeom>
          <a:solidFill>
            <a:schemeClr val="bg1"/>
          </a:solidFill>
          <a:ln>
            <a:solidFill>
              <a:srgbClr val="A02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rgbClr val="A02B93"/>
                </a:solidFill>
              </a:rPr>
              <a:t>Apr</a:t>
            </a:r>
            <a:r>
              <a:rPr lang="fr-FR" dirty="0">
                <a:solidFill>
                  <a:srgbClr val="A02B93"/>
                </a:solidFill>
              </a:rPr>
              <a:t> 17 2024</a:t>
            </a:r>
          </a:p>
          <a:p>
            <a:pPr algn="ctr"/>
            <a:r>
              <a:rPr lang="fr-FR" sz="1400" dirty="0">
                <a:solidFill>
                  <a:srgbClr val="A02B93"/>
                </a:solidFill>
              </a:rPr>
              <a:t>Llama-3 70b</a:t>
            </a:r>
          </a:p>
        </p:txBody>
      </p:sp>
    </p:spTree>
    <p:extLst>
      <p:ext uri="{BB962C8B-B14F-4D97-AF65-F5344CB8AC3E}">
        <p14:creationId xmlns:p14="http://schemas.microsoft.com/office/powerpoint/2010/main" val="68945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A4F783-22E6-11AF-5EB9-5BCD8607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Llama-3-8b tests on real-world </a:t>
            </a:r>
            <a:r>
              <a:rPr lang="fr-FR" sz="3200" dirty="0" err="1"/>
              <a:t>banking</a:t>
            </a:r>
            <a:r>
              <a:rPr lang="fr-FR" sz="3200" dirty="0"/>
              <a:t> data </a:t>
            </a:r>
            <a:r>
              <a:rPr lang="fr-FR" sz="1800" dirty="0"/>
              <a:t>(consumer GPU - RTX 4090)</a:t>
            </a:r>
            <a:endParaRPr lang="fr-FR" sz="3200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6920E7D-964A-244E-7121-14BB8E710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700023"/>
              </p:ext>
            </p:extLst>
          </p:nvPr>
        </p:nvGraphicFramePr>
        <p:xfrm>
          <a:off x="1014186" y="4559835"/>
          <a:ext cx="2565400" cy="22098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396089696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138250865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fontAlgn="base"/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llama3_70b (4 bits - 6k </a:t>
                      </a:r>
                      <a:r>
                        <a:rPr lang="fr-FR" sz="1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seq</a:t>
                      </a: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)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3.199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61847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base"/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llama3_8b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3.658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79619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mpt_30b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F5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5.243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80845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stablelm_3b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5.249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22510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mixtral_moe_8x7b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5.603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0352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olmo_7b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5.687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6680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mpt_7b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5.719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4913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qwen1.5_14b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5.896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392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llama2_13b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5.948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86079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mistral_7b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5.991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08684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5D83FC5-CA01-DB67-057A-ACE2A83B9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950" y="4324385"/>
            <a:ext cx="2011769" cy="169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Bank English 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PPLu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x1000</a:t>
            </a:r>
            <a:endParaRPr kumimoji="0" lang="fr-FR" altLang="fr-FR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C0B43A7-D891-7156-0473-44382AFFE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843" y="1334104"/>
            <a:ext cx="3467100" cy="539326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CDE92F2-8E6C-5ED9-B7F0-5779B7D60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077" y="2304571"/>
            <a:ext cx="3252509" cy="2719488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9C8483A2-186D-A299-0AF2-4D1B860B4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950610"/>
              </p:ext>
            </p:extLst>
          </p:nvPr>
        </p:nvGraphicFramePr>
        <p:xfrm>
          <a:off x="1014186" y="1572082"/>
          <a:ext cx="2565400" cy="265176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51058073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46792406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fontAlgn="base"/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llama3_70b (4 bits - 6k </a:t>
                      </a:r>
                      <a:r>
                        <a:rPr lang="fr-FR" sz="11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seq</a:t>
                      </a:r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)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2.677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53225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base"/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llama3_8b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</a:rPr>
                        <a:t>3.114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0965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mixtral_moe_8x7b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099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3.967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77959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alfred_40b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4.098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53893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qwen1.5_14b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4.294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55697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Segoe UI" panose="020B0502040204020203" pitchFamily="34" charset="0"/>
                        </a:rPr>
                        <a:t>qwen1.5_moe_a2.7b</a:t>
                      </a:r>
                      <a:endParaRPr lang="fr-FR">
                        <a:effectLst/>
                        <a:highlight>
                          <a:srgbClr val="FFFFFF"/>
                        </a:highlight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Segoe UI" panose="020B0502040204020203" pitchFamily="34" charset="0"/>
                        </a:rPr>
                        <a:t>4.585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103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stablelm_3b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4.59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01104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qwen1.5_7b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4.642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1812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falcon_7b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4.66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26733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llama2_13b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4.898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38983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mistral_7b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4.955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9160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llama2_7b</a:t>
                      </a:r>
                      <a:endParaRPr lang="fr-FR">
                        <a:effectLst/>
                      </a:endParaRP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FR" sz="11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4.955</a:t>
                      </a:r>
                    </a:p>
                  </a:txBody>
                  <a:tcPr marL="7620" marR="7620" marT="762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18642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4F3DB66A-E3A1-D732-7280-0B97F6F77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186" y="1348420"/>
            <a:ext cx="1992533" cy="1692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Bank French 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kumimoji="0" lang="fr-FR" altLang="fr-FR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PPLu</a:t>
            </a:r>
            <a:r>
              <a:rPr kumimoji="0" lang="fr-FR" altLang="fr-FR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x1000</a:t>
            </a:r>
            <a:endParaRPr kumimoji="0" lang="fr-FR" altLang="fr-FR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90358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146</Words>
  <Application>Microsoft Office PowerPoint</Application>
  <PresentationFormat>Grand écran</PresentationFormat>
  <Paragraphs>59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Segoe UI</vt:lpstr>
      <vt:lpstr>Thème Office</vt:lpstr>
      <vt:lpstr>Présentation PowerPoint</vt:lpstr>
      <vt:lpstr>Présentation PowerPoint</vt:lpstr>
      <vt:lpstr>Présentation PowerPoint</vt:lpstr>
      <vt:lpstr>Llama-3-8b tests on real-world banking data (consumer GPU - RTX 4090)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Laurent Prud'hon</dc:creator>
  <cp:lastModifiedBy>Laurent Prud'hon</cp:lastModifiedBy>
  <cp:revision>2</cp:revision>
  <dcterms:created xsi:type="dcterms:W3CDTF">2024-04-21T15:47:24Z</dcterms:created>
  <dcterms:modified xsi:type="dcterms:W3CDTF">2024-04-23T05:19:34Z</dcterms:modified>
</cp:coreProperties>
</file>